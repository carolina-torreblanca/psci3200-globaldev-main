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is a programming language and free computing environment for statistical computing and graphics. It can be runs on a wide variety of operating systems, including Linux, Windows, and MacOS. RStudio is an integrated development environment (IDE) that provides an interface by adding many convenient features and tools.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You can think of R as a car’s engine and RStudio as the dashboard. In the same way that having access to a speedometer and a navigation system makes driving much easier, using RStudio’s interface makes using R much easier as well.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 and RStudio are entirely free and updated on a regular basis, making them much more accessible and widely used than paid alternatives. You can conduct nearly any analysis using R, ranging from calculating the average of a variable to creating maps and conducting spatial analysis to conducting the analysis for an impact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don’t have R and RStudio already installed, that will be the first step. You will first need to download and install both R and RStudio (Desktop version) on your computer. It is important that you install R first and then install RStudio.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Once you have installed R, you can now install RStudio.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three panes which are three panels dividing the screen: the console pane, the files pane, and the environment pane. Over the course of this tutorial, you’ll come to learn what purpose each of these panes 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moderndive.com/1-getting-started.html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and RStudio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Jeremy Springman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and RStudio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activity draws on Chapter 1 in </a:t>
            </a:r>
            <a:r>
              <a:rPr>
                <a:hlinkClick r:id="rId2"/>
              </a:rPr>
              <a:t>Statistical Inference via Data Science: A ModernDive into R and the Tidyverse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R and RStudio?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the quantitative methods tutorial, we will use R and RStudio to illustrate basic statistical concepts</a:t>
            </a:r>
          </a:p>
          <a:p>
            <a:pPr lvl="0"/>
            <a:r>
              <a:rPr/>
              <a:t>R is a programming language and free computing environment for statistical computing and graphics</a:t>
            </a:r>
          </a:p>
          <a:p>
            <a:pPr lvl="0"/>
            <a:r>
              <a:rPr/>
              <a:t>RStudio is an integrated development environment (IDE) that provides an interface by adding many convenient features and tools</a:t>
            </a:r>
          </a:p>
          <a:p>
            <a:pPr lvl="0"/>
            <a:r>
              <a:rPr/>
              <a:t>Think of R as a car’s engine and RStudio as the dashboard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Installing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and install R by going to https://cloud.r-project.org/</a:t>
            </a:r>
          </a:p>
          <a:p>
            <a:pPr lvl="1"/>
            <a:r>
              <a:rPr/>
              <a:t>Windows: Click on “Download R for Windows”, then click on “base”, then click on the Download link</a:t>
            </a:r>
          </a:p>
          <a:p>
            <a:pPr lvl="1"/>
            <a:r>
              <a:rPr/>
              <a:t>macOS user: Click on “Download R for macOS”, then under “Latest release:” click on R-X.X.X.pkg, where R-X.X.X is the version number</a:t>
            </a:r>
          </a:p>
          <a:p>
            <a:pPr lvl="1"/>
            <a:r>
              <a:rPr/>
              <a:t>Linux user: Click on “Download R for Linux” and choose your distribution for more information on installing R for your setup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Installing 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and install RStudio at https://www.rstudio.com/products/rstudio/download/</a:t>
            </a:r>
          </a:p>
          <a:p>
            <a:pPr lvl="1"/>
            <a:r>
              <a:rPr/>
              <a:t>Scroll down to “Installers for Supported Platforms” near the bottom of the page</a:t>
            </a:r>
          </a:p>
          <a:p>
            <a:pPr lvl="1"/>
            <a:r>
              <a:rPr/>
              <a:t>Click on the download link corresponding to your computer’s operating system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R via RStudio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Using R by opening RStudio</a:t>
            </a:r>
          </a:p>
        </p:txBody>
      </p:sp>
      <p:pic>
        <p:nvPicPr>
          <p:cNvPr descr="img/R_vs_RStudi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52600"/>
            <a:ext cx="5105400" cy="128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R via RStudio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After you open RStudio, you should see something like this</a:t>
            </a:r>
          </a:p>
        </p:txBody>
      </p:sp>
      <p:pic>
        <p:nvPicPr>
          <p:cNvPr descr="img/rstudio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635000"/>
            <a:ext cx="5105400" cy="351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Peronalization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Customize the appearance of your R IDE by going to Tools -&gt; Global Options -&gt; Appearance</a:t>
            </a:r>
          </a:p>
        </p:txBody>
      </p:sp>
      <p:pic>
        <p:nvPicPr>
          <p:cNvPr descr="img/apper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00500" y="203200"/>
            <a:ext cx="4229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and RStudio</dc:title>
  <dc:creator>Jeremy Springman</dc:creator>
  <cp:keywords/>
  <dcterms:created xsi:type="dcterms:W3CDTF">2026-02-11T19:23:29Z</dcterms:created>
  <dcterms:modified xsi:type="dcterms:W3CDTF">2026-02-11T19:23:29Z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ffiliations">
    <vt:lpwstr/>
  </property>
  <property fmtid="{D5CDD505-2E9C-101B-9397-08002B2CF9AE}" pid="4" name="authors">
    <vt:lpwstr/>
  </property>
  <property fmtid="{D5CDD505-2E9C-101B-9397-08002B2CF9AE}" pid="5" name="biblio-config">
    <vt:lpwstr>True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urs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University of Pennsylvania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toc-title">
    <vt:lpwstr>Table of contents</vt:lpwstr>
  </property>
</Properties>
</file>